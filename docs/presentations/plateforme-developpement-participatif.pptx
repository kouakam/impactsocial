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Bienvenue à tous ! Aujourd'hui, nous allons vous présenter notre plateforme de développement participatif local.</a:t>
            </a:r>
          </a:p>
          <a:p>
            <a:r>
              <a:t>Cette plateforme vise à créer un écosystème où citoyens, associations et institutions peuvent collaborer efficacement</a:t>
            </a:r>
          </a:p>
          <a:p>
            <a:r>
              <a:t>pour développer des projets à impact social positif dans leur communauté.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Notre analyse du terrain révèle plusieurs problèmes majeurs. Les projets locaux manquent souvent de visibilité,</a:t>
            </a:r>
          </a:p>
          <a:p>
            <a:r>
              <a:t>ce qui limite leur capacité à attirer des ressources. Les initiatives citoyennes peinent à trouver du financement.</a:t>
            </a:r>
          </a:p>
          <a:p>
            <a:r>
              <a:t>La communication entre les différents acteurs est fragmentée, et de nombreuses ressources locales restent sous-utilisées</a:t>
            </a:r>
          </a:p>
          <a:p>
            <a:r>
              <a:t>par manque de coordination.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Notre vision est de créer une plateforme numérique centralisée qui facilite la collaboration.</a:t>
            </a:r>
          </a:p>
          <a:p>
            <a:r>
              <a:t>Nous voulons instaurer une transparence totale dans la gestion des projets, tout en autonomisant les communautés</a:t>
            </a:r>
          </a:p>
          <a:p>
            <a:r>
              <a:t>locales pour qu'elles deviennent les actrices de leur propre développement. L'objectif final est de générer</a:t>
            </a:r>
          </a:p>
          <a:p>
            <a:r>
              <a:t>un impact social mesurable et durable.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La plateforme offre plusieurs fonctionnalités clés. D'abord, une cartographie interactive qui visualise tous les projets</a:t>
            </a:r>
          </a:p>
          <a:p>
            <a:r>
              <a:t>locaux. Ensuite, un système de financement participatif intégré. Un espace de collaboration permet la co-création</a:t>
            </a:r>
          </a:p>
          <a:p>
            <a:r>
              <a:t>de projets. La gestion des ressources partagées optimise l'utilisation des moyens disponibles. Enfin, un tableau de bord</a:t>
            </a:r>
          </a:p>
          <a:p>
            <a:r>
              <a:t>mesure l'impact social de chaque initiative.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Pour les citoyens, la plateforme offre de nombreuses possibilités. Ils peuvent proposer leurs propres projets</a:t>
            </a:r>
          </a:p>
          <a:p>
            <a:r>
              <a:t>et suivre leur évolution. Ils peuvent contribuer financièrement à des projets qui les touchent. Ils peuvent rejoindre</a:t>
            </a:r>
          </a:p>
          <a:p>
            <a:r>
              <a:t>des initiatives existantes, partager leurs compétences et leurs ressources. Enfin, ils peuvent voter pour prioriser</a:t>
            </a:r>
          </a:p>
          <a:p>
            <a:r>
              <a:t>les projets qui comptent le plus pour leur communauté.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Les associations bénéficient d'outils puissants. Elles peuvent promouvoir leurs projets auprès d'un large public,</a:t>
            </a:r>
          </a:p>
          <a:p>
            <a:r>
              <a:t>accéder à de nouveaux canaux de financement, et collaborer avec d'autres organisations de manière structurée.</a:t>
            </a:r>
          </a:p>
          <a:p>
            <a:r>
              <a:t>La plateforme facilite aussi le recrutement de bénévoles qualifiés et offre des outils pour mesurer et communiquer</a:t>
            </a:r>
          </a:p>
          <a:p>
            <a:r>
              <a:t>leur impact social de manière crédible.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Les institutions publiques gagnent en efficacité et en légitimité. Elles peuvent visualiser en temps réel les besoins</a:t>
            </a:r>
          </a:p>
          <a:p>
            <a:r>
              <a:t>de la communauté, allouer les ressources de manière plus optimale, et engager un dialogue constructif avec les citoyens.</a:t>
            </a:r>
          </a:p>
          <a:p>
            <a:r>
              <a:t>La plateforme leur permet de suivre l'impact réel de leurs politiques publiques et de renforcer la démocratie</a:t>
            </a:r>
          </a:p>
          <a:p>
            <a:r>
              <a:t>participative sur leur territoire.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Sur le plan technique, nous avons opté pour une architecture moderne et robuste. L'application web est responsive</a:t>
            </a:r>
          </a:p>
          <a:p>
            <a:r>
              <a:t>pour s'adapter à tous les appareils. L'API REST sécurisée garantit la protection des données. La base de données</a:t>
            </a:r>
          </a:p>
          <a:p>
            <a:r>
              <a:t>est conçue pour évoluer avec la croissance de la plateforme. Le système de géolocalisation permet une visualisation</a:t>
            </a:r>
          </a:p>
          <a:p>
            <a:r>
              <a:t>cartographique précise, et les passerelles de paiement sont conformes aux standards de sécurité les plus élevés.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Notre modèle économique est diversifié et durable. Le crowdfunding permet aux citoyens de financer directement</a:t>
            </a:r>
          </a:p>
          <a:p>
            <a:r>
              <a:t>les projets qui les intéressent. Nous facilitons l'accès aux subventions publiques et privées. Les partenariats</a:t>
            </a:r>
          </a:p>
          <a:p>
            <a:r>
              <a:t>avec des entreprises locales créent un écosystème vertueux. Un modèle freemium avec des services optionnels</a:t>
            </a:r>
          </a:p>
          <a:p>
            <a:r>
              <a:t>assure notre viabilité financière, et nous acceptons les dons et le mécénat pour soutenir notre mission sociale.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La sécurité est au cœur de notre plateforme. Toutes les données sensibles sont chiffrées. Nous sommes pleinement</a:t>
            </a:r>
          </a:p>
          <a:p>
            <a:r>
              <a:t>conformes au RGPD pour protéger la vie privée des utilisateurs. L'authentification utilise des standards modernes</a:t>
            </a:r>
          </a:p>
          <a:p>
            <a:r>
              <a:t>et sécurisés. Nous modérons les contenus pour garantir un environnement sain. Des audits de sécurité réguliers</a:t>
            </a:r>
          </a:p>
          <a:p>
            <a:r>
              <a:t>sont effectués par des experts indépendants.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Mesurer l'impact est essentiel pour nous. Nous utilisons des indicateurs sociaux quantitatifs rigoureux,</a:t>
            </a:r>
          </a:p>
          <a:p>
            <a:r>
              <a:t>complétés par une évaluation qualitative approfondie des projets. Le suivi de l'engagement communautaire</a:t>
            </a:r>
          </a:p>
          <a:p>
            <a:r>
              <a:t>nous permet de mesurer la vitalité de l'écosystème. Nous offrons un reporting transparent pour les financeurs,</a:t>
            </a:r>
          </a:p>
          <a:p>
            <a:r>
              <a:t>et nous analysons les retombées à long terme pour comprendre vraiment l'effet de nos actions.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Notre roadmap est ambitieuse mais réaliste. En phase 1, nous livrons un MVP avec les fonctionnalités de base en 3 mois.</a:t>
            </a:r>
          </a:p>
          <a:p>
            <a:r>
              <a:t>La phase 2 introduit le système de financement participatif en 2 mois. La phase 3 développe les outils de collaboration</a:t>
            </a:r>
          </a:p>
          <a:p>
            <a:r>
              <a:t>avancés en 3 mois. La phase 4 déploie une application mobile native en 4 mois. Enfin, la phase 5 intègre l'intelligence</a:t>
            </a:r>
          </a:p>
          <a:p>
            <a:r>
              <a:t>artificielle pour des recommandations personnalisées en 6 mois.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Nous avons déjà établi des partenariats stratégiques avec plusieurs acteurs clés. Des collectivités territoriales</a:t>
            </a:r>
          </a:p>
          <a:p>
            <a:r>
              <a:t>nous soutiennent et souhaitent déployer la plateforme. Des associations de quartier sont prêtes à être nos premiers</a:t>
            </a:r>
          </a:p>
          <a:p>
            <a:r>
              <a:t>utilisateurs. Des fondations et ONG nous accompagnent. Des entreprises à mission sociale veulent s'engager à nos côtés.</a:t>
            </a:r>
          </a:p>
          <a:p>
            <a:r>
              <a:t>Enfin, des universités et centres de recherche nous aident à évaluer notre impact scientifiquement.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Pour la première année, nous avons établi un budget détaillé. Le développement technique représente 150 000 euros</a:t>
            </a:r>
          </a:p>
          <a:p>
            <a:r>
              <a:t>pour construire une plateforme robuste et scalable. Le marketing et la communication nécessitent 50 000 euros</a:t>
            </a:r>
          </a:p>
          <a:p>
            <a:r>
              <a:t>pour faire connaître la plateforme. Les ressources humaines représentent 100 000 euros pour constituer une équipe</a:t>
            </a:r>
          </a:p>
          <a:p>
            <a:r>
              <a:t>compétente. L'infrastructure et l'hébergement coûtent 30 000 euros. Au total, nous avons besoin de 330 000 euros</a:t>
            </a:r>
          </a:p>
          <a:p>
            <a:r>
              <a:t>pour lancer et faire fonctionner la plateforme pendant la première année.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Nous sommes à un moment crucial et nous avons besoin de vous ! Que vous soyez citoyen, association, institution</a:t>
            </a:r>
          </a:p>
          <a:p>
            <a:r>
              <a:t>ou entreprise, vous avez un rôle à jouer dans cette aventure. Contactez-nous par email, visitez notre site web,</a:t>
            </a:r>
          </a:p>
          <a:p>
            <a:r>
              <a:t>suivez-nous sur les réseaux sociaux, ou contribuez directement au code sur GitHub. Ensemble, nous pouvons créer</a:t>
            </a:r>
          </a:p>
          <a:p>
            <a:r>
              <a:t>un impact social durable et transformer nos communautés. Merci de votre attention et rejoignez-nous dans cette aventure !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Plateforme de Développement Participatif Local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Connecter les citoyens, les projets et les ressources pour un impact social durable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Constat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Manque de visibilité des projets locaux</a:t>
            </a:r>
          </a:p>
          <a:p>
            <a:pPr/>
            <a:r>
              <a:t>Difficultés de financement pour les initiatives citoyennes</a:t>
            </a:r>
          </a:p>
          <a:p>
            <a:pPr/>
            <a:r>
              <a:t>Communication fragmentée entre acteurs locaux</a:t>
            </a:r>
          </a:p>
          <a:p>
            <a:pPr/>
            <a:r>
              <a:t>Ressources sous-utilisées dans les communautés</a:t>
            </a:r>
          </a:p>
          <a:p>
            <a:pPr/>
            <a:r>
              <a:t>Besoin d'outils de coordination efficaces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Une plateforme numérique centralisée</a:t>
            </a:r>
          </a:p>
          <a:p>
            <a:pPr/>
            <a:r>
              <a:t>Faciliter la collaboration entre citoyens et institutions</a:t>
            </a:r>
          </a:p>
          <a:p>
            <a:pPr/>
            <a:r>
              <a:t>Transparence dans la gestion des projets</a:t>
            </a:r>
          </a:p>
          <a:p>
            <a:pPr/>
            <a:r>
              <a:t>Autonomisation des communautés locales</a:t>
            </a:r>
          </a:p>
          <a:p>
            <a:pPr/>
            <a:r>
              <a:t>Impact social mesurable et durable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Cartographie interactive des projets locaux</a:t>
            </a:r>
          </a:p>
          <a:p>
            <a:pPr/>
            <a:r>
              <a:t>Système de financement participatif</a:t>
            </a:r>
          </a:p>
          <a:p>
            <a:pPr/>
            <a:r>
              <a:t>Espace de collaboration et co-création</a:t>
            </a:r>
          </a:p>
          <a:p>
            <a:pPr/>
            <a:r>
              <a:t>Gestion de ressources partagées</a:t>
            </a:r>
          </a:p>
          <a:p>
            <a:pPr/>
            <a:r>
              <a:t>Tableau de bord d'impact social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 les Citoyens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Proposer et suivre des projets locaux</a:t>
            </a:r>
          </a:p>
          <a:p>
            <a:pPr/>
            <a:r>
              <a:t>Participer au financement de projets</a:t>
            </a:r>
          </a:p>
          <a:p>
            <a:pPr/>
            <a:r>
              <a:t>Rejoindre des initiatives existantes</a:t>
            </a:r>
          </a:p>
          <a:p>
            <a:pPr/>
            <a:r>
              <a:t>Partager des compétences et ressources</a:t>
            </a:r>
          </a:p>
          <a:p>
            <a:pPr/>
            <a:r>
              <a:t>Voter et prioriser les projets communautaires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 les 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Promouvoir leurs projets et actions</a:t>
            </a:r>
          </a:p>
          <a:p>
            <a:pPr/>
            <a:r>
              <a:t>Accéder à de nouveaux canaux de financement</a:t>
            </a:r>
          </a:p>
          <a:p>
            <a:pPr/>
            <a:r>
              <a:t>Collaborer avec d'autres organisations</a:t>
            </a:r>
          </a:p>
          <a:p>
            <a:pPr/>
            <a:r>
              <a:t>Recruter des bénévoles qualifiés</a:t>
            </a:r>
          </a:p>
          <a:p>
            <a:pPr/>
            <a:r>
              <a:t>Mesurer et communiquer leur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 les Institutions Publiques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Visualiser les besoins de la communauté</a:t>
            </a:r>
          </a:p>
          <a:p>
            <a:pPr/>
            <a:r>
              <a:t>Allouer les ressources de manière optimale</a:t>
            </a:r>
          </a:p>
          <a:p>
            <a:pPr/>
            <a:r>
              <a:t>Engager le dialogue avec les citoyens</a:t>
            </a:r>
          </a:p>
          <a:p>
            <a:pPr/>
            <a:r>
              <a:t>Suivre l'impact des politiques publiques</a:t>
            </a:r>
          </a:p>
          <a:p>
            <a:pPr/>
            <a:r>
              <a:t>Renforcer la démocratie participative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Application web responsive (React/Angular)</a:t>
            </a:r>
          </a:p>
          <a:p>
            <a:pPr/>
            <a:r>
              <a:t>API REST sécurisée</a:t>
            </a:r>
          </a:p>
          <a:p>
            <a:pPr/>
            <a:r>
              <a:t>Base de données évolutive</a:t>
            </a:r>
          </a:p>
          <a:p>
            <a:pPr/>
            <a:r>
              <a:t>Système de géolocalisation intégré</a:t>
            </a:r>
          </a:p>
          <a:p>
            <a:pPr/>
            <a:r>
              <a:t>Passerelles de paiement sécurisées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de Financement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Crowdfunding pour les projets citoyens</a:t>
            </a:r>
          </a:p>
          <a:p>
            <a:pPr/>
            <a:r>
              <a:t>Subventions publiques et privées</a:t>
            </a:r>
          </a:p>
          <a:p>
            <a:pPr/>
            <a:r>
              <a:t>Partenariats avec entreprises locales</a:t>
            </a:r>
          </a:p>
          <a:p>
            <a:pPr/>
            <a:r>
              <a:t>Frais de service optionnels (freemium)</a:t>
            </a:r>
          </a:p>
          <a:p>
            <a:pPr/>
            <a:r>
              <a:t>Dons et mécénat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et Confidentialité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Chiffrement des données sensibles</a:t>
            </a:r>
          </a:p>
          <a:p>
            <a:pPr/>
            <a:r>
              <a:t>Conformité RGPD</a:t>
            </a:r>
          </a:p>
          <a:p>
            <a:pPr/>
            <a:r>
              <a:t>Authentification sécurisée</a:t>
            </a:r>
          </a:p>
          <a:p>
            <a:pPr/>
            <a:r>
              <a:t>Modération des contenus</a:t>
            </a:r>
          </a:p>
          <a:p>
            <a:pPr/>
            <a:r>
              <a:t>Audit de sécurité régulier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Mesure d'Impact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Indicateurs sociaux quantitatifs</a:t>
            </a:r>
          </a:p>
          <a:p>
            <a:pPr/>
            <a:r>
              <a:t>Évaluation qualitative des projets</a:t>
            </a:r>
          </a:p>
          <a:p>
            <a:pPr/>
            <a:r>
              <a:t>Suivi de l'engagement communautaire</a:t>
            </a:r>
          </a:p>
          <a:p>
            <a:pPr/>
            <a:r>
              <a:t>Reporting transparent pour les financeurs</a:t>
            </a:r>
          </a:p>
          <a:p>
            <a:pPr/>
            <a:r>
              <a:t>Analyse des retombées à long terme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de Développement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 : MVP avec fonctionnalités de base (3 mois)</a:t>
            </a:r>
          </a:p>
          <a:p>
            <a:pPr/>
            <a:r>
              <a:t>Phase 2 : Système de financement participatif (2 mois)</a:t>
            </a:r>
          </a:p>
          <a:p>
            <a:pPr/>
            <a:r>
              <a:t>Phase 3 : Outils de collaboration avancés (3 mois)</a:t>
            </a:r>
          </a:p>
          <a:p>
            <a:pPr/>
            <a:r>
              <a:t>Phase 4 : Application mobile native (4 mois)</a:t>
            </a:r>
          </a:p>
          <a:p>
            <a:pPr/>
            <a:r>
              <a:t>Phase 5 : Intelligence artificielle et recommandations (6 mois)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 Partenaires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Collectivités territoriales</a:t>
            </a:r>
          </a:p>
          <a:p>
            <a:pPr/>
            <a:r>
              <a:t>Associations de quartier</a:t>
            </a:r>
          </a:p>
          <a:p>
            <a:pPr/>
            <a:r>
              <a:t>Fondations et ONG</a:t>
            </a:r>
          </a:p>
          <a:p>
            <a:pPr/>
            <a:r>
              <a:t>Entreprises à mission sociale</a:t>
            </a:r>
          </a:p>
          <a:p>
            <a:pPr/>
            <a:r>
              <a:t>Universités et centres de recherche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et Ressources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Développement technique : 150 000 €</a:t>
            </a:r>
          </a:p>
          <a:p>
            <a:pPr/>
            <a:r>
              <a:t>Marketing et communication : 50 000 €</a:t>
            </a:r>
          </a:p>
          <a:p>
            <a:pPr/>
            <a:r>
              <a:t>Ressources humaines : 100 000 €</a:t>
            </a:r>
          </a:p>
          <a:p>
            <a:pPr/>
            <a:r>
              <a:t>Infrastructure et hébergement : 30 000 €</a:t>
            </a:r>
          </a:p>
          <a:p>
            <a:pPr/>
            <a:r>
              <a:t>Total première année : 330 000 €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Rejoignez-nous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Contactez-nous : contact@impactsocial.org</a:t>
            </a:r>
          </a:p>
          <a:p>
            <a:pPr/>
            <a:r>
              <a:t>Site web : www.impactsocial.org</a:t>
            </a:r>
          </a:p>
          <a:p>
            <a:pPr/>
            <a:r>
              <a:t>Réseaux sociaux : @ImpactSocial</a:t>
            </a:r>
          </a:p>
          <a:p>
            <a:pPr/>
            <a:r>
              <a:t>Contribuez au projet sur GitHub</a:t>
            </a:r>
          </a:p>
          <a:p>
            <a:pPr/>
            <a:r>
              <a:t>Ensemble, créons l'impact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